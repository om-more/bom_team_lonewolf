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yEK0KbrgfWag/KgrSqeEIDkF2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520B91-F595-4C23-B95B-14DF952BCCA3}">
  <a:tblStyle styleId="{9D520B91-F595-4C23-B95B-14DF952BCCA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6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44d43567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8" name="Google Shape;108;g3f44d435671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44d43567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g3f44d435671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7faf43f0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f7faf43f0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f82b89d37f_1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g3f82b89d37f_1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" name="Google Shape;13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  <Relationship Id="rId3" Type="http://schemas.openxmlformats.org/officeDocument/2006/relationships/image" Target="../media/image2.png"/>
  <Relationship Id="rId4" Type="http://schemas.openxmlformats.org/officeDocument/2006/relationships/image" Target="../media/slide01_bg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2.xml"/>
  <Relationship Id="rId3" Type="http://schemas.openxmlformats.org/officeDocument/2006/relationships/image" Target="../media/image2.png"/>
  <Relationship Id="rId4" Type="http://schemas.openxmlformats.org/officeDocument/2006/relationships/image" Target="../media/slide02_bg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3.xml"/>
  <Relationship Id="rId3" Type="http://schemas.openxmlformats.org/officeDocument/2006/relationships/image" Target="../media/image2.png"/>
  <Relationship Id="rId4" Type="http://schemas.openxmlformats.org/officeDocument/2006/relationships/image" Target="../media/slide03_bg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4.xml"/>
  <Relationship Id="rId3" Type="http://schemas.openxmlformats.org/officeDocument/2006/relationships/image" Target="../media/image2.png"/>
  <Relationship Id="rId4" Type="http://schemas.openxmlformats.org/officeDocument/2006/relationships/image" Target="../media/slide04_bg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5.xml"/>
  <Relationship Id="rId3" Type="http://schemas.openxmlformats.org/officeDocument/2006/relationships/image" Target="../media/image2.png"/>
  <Relationship Id="rId4" Type="http://schemas.openxmlformats.org/officeDocument/2006/relationships/image" Target="../media/slide05_bg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6.xml"/>
  <Relationship Id="rId3" Type="http://schemas.openxmlformats.org/officeDocument/2006/relationships/image" Target="../media/image2.png"/>
  <Relationship Id="rId4" Type="http://schemas.openxmlformats.org/officeDocument/2006/relationships/image" Target="../media/slide06_bg.png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7.xml"/>
  <Relationship Id="rId3" Type="http://schemas.openxmlformats.org/officeDocument/2006/relationships/image" Target="../media/image2.png"/>
  <Relationship Id="rId4" Type="http://schemas.openxmlformats.org/officeDocument/2006/relationships/image" Target="../media/slide07_bg.png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8.xml"/>
  <Relationship Id="rId3" Type="http://schemas.openxmlformats.org/officeDocument/2006/relationships/image" Target="../media/image2.png"/>
  <Relationship Id="rId4" Type="http://schemas.openxmlformats.org/officeDocument/2006/relationships/image" Target="../media/slide08_bg.png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9.xml"/>
  <Relationship Id="rId3" Type="http://schemas.openxmlformats.org/officeDocument/2006/relationships/image" Target="../media/image2.png"/>
  <Relationship Id="rId4" Type="http://schemas.openxmlformats.org/officeDocument/2006/relationships/image" Target="../media/slide09_bg.png"/>
  <Relationship Id="rId5" Type="http://schemas.openxmlformats.org/officeDocument/2006/relationships/hyperlink" Target="https://github.com/Om-more/BOM_Team_LoneWolf.git" TargetMode="External"/>
  <Relationship Id="rId6" Type="http://schemas.openxmlformats.org/officeDocument/2006/relationships/hyperlink" Target="https://bomteamlonewolf-mifalxzx3acfty59fun7jk.streamlit.app/" TargetMode="External"/>
  <Relationship Id="rId7" Type="http://schemas.openxmlformats.org/officeDocument/2006/relationships/hyperlink" Target="https://drive.google.com/drive/folders/15BRdURD27PFH-T125G9Ym9NdjtUTXvWJ?usp=drive_link" TargetMode="Externa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0.xml"/>
  <Relationship Id="rId3" Type="http://schemas.openxmlformats.org/officeDocument/2006/relationships/image" Target="../media/image2.png"/>
  <Relationship Id="rId4" Type="http://schemas.openxmlformats.org/officeDocument/2006/relationships/image" Target="../media/slide10_bg.png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1.xml"/>
  <Relationship Id="rId3" Type="http://schemas.openxmlformats.org/officeDocument/2006/relationships/image" Target="../media/image2.png"/>
  <Relationship Id="rId4" Type="http://schemas.openxmlformats.org/officeDocument/2006/relationships/image" Target="../media/slide11_bg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2.xml"/>
  <Relationship Id="rId3" Type="http://schemas.openxmlformats.org/officeDocument/2006/relationships/image" Target="../media/image2.png"/>
  <Relationship Id="rId4" Type="http://schemas.openxmlformats.org/officeDocument/2006/relationships/image" Target="../media/slide12_bg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3.xml"/>
  <Relationship Id="rId3" Type="http://schemas.openxmlformats.org/officeDocument/2006/relationships/image" Target="../media/image2.png"/>
  <Relationship Id="rId4" Type="http://schemas.openxmlformats.org/officeDocument/2006/relationships/image" Target="../media/slide13_bg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4.xml"/>
  <Relationship Id="rId3" Type="http://schemas.openxmlformats.org/officeDocument/2006/relationships/image" Target="../media/image2.png"/>
  <Relationship Id="rId4" Type="http://schemas.openxmlformats.org/officeDocument/2006/relationships/image" Target="../media/slide14_bg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5.xml"/>
  <Relationship Id="rId3" Type="http://schemas.openxmlformats.org/officeDocument/2006/relationships/image" Target="../media/image2.png"/>
  <Relationship Id="rId4" Type="http://schemas.openxmlformats.org/officeDocument/2006/relationships/image" Target="../media/slide15_bg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  <Relationship Id="rId2" Type="http://schemas.openxmlformats.org/officeDocument/2006/relationships/notesSlide" Target="../notesSlides/notesSlide16.xml"/>
  <Relationship Id="rId3" Type="http://schemas.openxmlformats.org/officeDocument/2006/relationships/image" Target="../media/image2.png"/>
  <Relationship Id="rId4" Type="http://schemas.openxmlformats.org/officeDocument/2006/relationships/image" Target="../media/slide16_bg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  <p:sp>
        <p:nvSpPr>
          <p:cNvPr id="205" name="Clickable Zone 205">
            <a:hlinkClick r:id="rId5"/>
          </p:cNvPr>
          <p:cNvSpPr/>
          <p:nvPr/>
        </p:nvSpPr>
        <p:spPr>
          <a:xfrm>
            <a:off x="889000" y="1968500"/>
            <a:ext cx="3048000" cy="1047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6" name="Clickable Zone 206">
            <a:hlinkClick r:id="rId6"/>
          </p:cNvPr>
          <p:cNvSpPr/>
          <p:nvPr/>
        </p:nvSpPr>
        <p:spPr>
          <a:xfrm>
            <a:off x="4635500" y="1968500"/>
            <a:ext cx="3048000" cy="1047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Clickable Zone 207">
            <a:hlinkClick r:id="rId7"/>
          </p:cNvPr>
          <p:cNvSpPr/>
          <p:nvPr/>
        </p:nvSpPr>
        <p:spPr>
          <a:xfrm>
            <a:off x="8382000" y="1968500"/>
            <a:ext cx="3048000" cy="10477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signed slid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Bank of Maharashtr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2942" y="155106"/>
            <a:ext cx="1755446" cy="2059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2024-06-09T08:34:46Z</dcterms:created>
  <dc:creator>Avinash Rohit</dc:creator>
</cp:coreProperties>
</file>